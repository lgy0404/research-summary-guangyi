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360" r:id="rId6"/>
    <p:sldId id="314" r:id="rId7"/>
    <p:sldId id="375" r:id="rId8"/>
    <p:sldId id="373" r:id="rId9"/>
    <p:sldId id="361" r:id="rId10"/>
    <p:sldId id="362" r:id="rId11"/>
    <p:sldId id="363" r:id="rId12"/>
    <p:sldId id="3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ED34375-7BD5-D846-A3A3-DE4C6889ECF3}">
          <p14:sldIdLst>
            <p14:sldId id="256"/>
            <p14:sldId id="257"/>
          </p14:sldIdLst>
        </p14:section>
        <p14:section name="个人经历" id="{7C12877D-4477-3742-A57B-0C7B19D13845}">
          <p14:sldIdLst>
            <p14:sldId id="360"/>
            <p14:sldId id="314"/>
            <p14:sldId id="375"/>
            <p14:sldId id="373"/>
          </p14:sldIdLst>
        </p14:section>
        <p14:section name="项目经验" id="{BCD9FF78-080C-DF48-B22E-D229B5410694}">
          <p14:sldIdLst>
            <p14:sldId id="361"/>
          </p14:sldIdLst>
        </p14:section>
        <p14:section name="技术影响力" id="{4B89E580-47E8-914A-A247-5F8ADAF4A438}">
          <p14:sldIdLst>
            <p14:sldId id="362"/>
          </p14:sldIdLst>
        </p14:section>
        <p14:section name="专业领域优势" id="{93C6BCD1-C5A1-EE41-8ECE-5CE9A2953EBC}">
          <p14:sldIdLst>
            <p14:sldId id="363"/>
            <p14:sldId id="3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CE2"/>
    <a:srgbClr val="2C2DA9"/>
    <a:srgbClr val="3138AC"/>
    <a:srgbClr val="252A81"/>
    <a:srgbClr val="191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6"/>
    <p:restoredTop sz="81879"/>
  </p:normalViewPr>
  <p:slideViewPr>
    <p:cSldViewPr snapToGrid="0" snapToObjects="1">
      <p:cViewPr varScale="1">
        <p:scale>
          <a:sx n="78" d="100"/>
          <a:sy n="78" d="100"/>
        </p:scale>
        <p:origin x="1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7" d="100"/>
          <a:sy n="117" d="100"/>
        </p:scale>
        <p:origin x="420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ED2C9-F8D0-2645-B71A-5822DE90D3FA}" type="datetimeFigureOut">
              <a:rPr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9DEDB-D370-5341-AABD-113353CE3211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6BE1A-EBEC-6E4F-B3D0-9EEBE249050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812796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813560" y="7075805"/>
            <a:ext cx="4064000" cy="9144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p>
            <a:pPr algn="l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05345"/>
            <a:ext cx="10515600" cy="4971618"/>
          </a:xfrm>
        </p:spPr>
        <p:txBody>
          <a:bodyPr/>
          <a:lstStyle>
            <a:lvl1pPr marL="273050" indent="-273050">
              <a:buFont typeface="Arial" panose="020B0604020202090204" pitchFamily="34" charset="0"/>
              <a:buChar char="•"/>
              <a:defRPr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 dirty="0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342900" indent="-342900">
              <a:buFont typeface="Arial" panose="020B0604020202090204" pitchFamily="34" charset="0"/>
              <a:buChar char="•"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193800"/>
            <a:ext cx="10515600" cy="4983163"/>
          </a:xfrm>
        </p:spPr>
        <p:txBody>
          <a:bodyPr vert="eaVert"/>
          <a:lstStyle>
            <a:lvl1pPr marL="273050" indent="-273050">
              <a:buFont typeface="Arial" panose="020B0604020202090204" pitchFamily="34" charset="0"/>
              <a:buChar char="•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 marL="273050" indent="-273050">
              <a:buFont typeface="Arial" panose="020B0604020202090204" pitchFamily="34" charset="0"/>
              <a:buChar char="•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91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Guangyi </a:t>
            </a:r>
            <a:r>
              <a:rPr kumimoji="1" lang="en-US" altLang="zh-CN" sz="1200" dirty="0"/>
              <a:t>Liu</a:t>
            </a:r>
            <a:endParaRPr kumimoji="1" lang="en-US" altLang="zh-CN" sz="1200" dirty="0"/>
          </a:p>
        </p:txBody>
      </p:sp>
      <p:sp>
        <p:nvSpPr>
          <p:cNvPr id="5" name="矩形 4"/>
          <p:cNvSpPr/>
          <p:nvPr userDrawn="1"/>
        </p:nvSpPr>
        <p:spPr>
          <a:xfrm>
            <a:off x="4044000" y="6637867"/>
            <a:ext cx="4080000" cy="220133"/>
          </a:xfrm>
          <a:prstGeom prst="rect">
            <a:avLst/>
          </a:prstGeom>
          <a:solidFill>
            <a:srgbClr val="252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/>
              <a:t>title</a:t>
            </a:r>
            <a:endParaRPr kumimoji="1" lang="zh-CN" altLang="en-US" sz="1200"/>
          </a:p>
        </p:txBody>
      </p:sp>
      <p:sp>
        <p:nvSpPr>
          <p:cNvPr id="6" name="矩形 5"/>
          <p:cNvSpPr/>
          <p:nvPr userDrawn="1"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313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9" name="日期占位符 3"/>
          <p:cNvSpPr txBox="1"/>
          <p:nvPr userDrawn="1"/>
        </p:nvSpPr>
        <p:spPr>
          <a:xfrm>
            <a:off x="9770773" y="6637866"/>
            <a:ext cx="1362187" cy="220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5F0945-07F1-ED4A-8297-30DB81EF9BD1}" type="datetime1">
              <a:rPr lang="zh-CN" altLang="en-US" sz="1000" smtClean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0" name="日期占位符 3"/>
          <p:cNvSpPr txBox="1"/>
          <p:nvPr userDrawn="1"/>
        </p:nvSpPr>
        <p:spPr>
          <a:xfrm>
            <a:off x="11000000" y="6637865"/>
            <a:ext cx="10823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r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/10</a:t>
            </a:r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 descr="page1image1803168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66550" y="4115657"/>
            <a:ext cx="753209" cy="753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/>
              <a:t>潘伟洲</a:t>
            </a:r>
            <a:r>
              <a:rPr kumimoji="1" lang="en-US" altLang="zh-CN"/>
              <a:t>(josephpan)</a:t>
            </a:r>
            <a:endParaRPr kumimoji="1" lang="en-US" altLang="zh-CN"/>
          </a:p>
          <a:p>
            <a:r>
              <a:rPr kumimoji="1" lang="en-US" altLang="zh-CN"/>
              <a:t>SNG-</a:t>
            </a:r>
            <a:r>
              <a:rPr kumimoji="1" lang="zh-CN" altLang="en-US"/>
              <a:t>社交平台部</a:t>
            </a:r>
            <a:r>
              <a:rPr kumimoji="1" lang="en-US" altLang="zh-CN"/>
              <a:t>-</a:t>
            </a:r>
            <a:r>
              <a:rPr kumimoji="1" lang="zh-CN" altLang="en-US"/>
              <a:t>空间运营中心 </a:t>
            </a:r>
            <a:endParaRPr kumimoji="1" lang="zh-CN" altLang="en-US"/>
          </a:p>
          <a:p>
            <a:endParaRPr kumimoji="1"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4128476" y="5181488"/>
            <a:ext cx="96774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133F592-41F1-F240-8EE9-1722D1E2CA99}" type="datetime1">
              <a:rPr lang="zh-CN" altLang="en-US" sz="1400" smtClean="0">
                <a:effectLst/>
              </a:rPr>
            </a:fld>
            <a:endParaRPr lang="zh-CN" altLang="en-US" sz="1400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移动客户端通道面试陈述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52650" y="1205345"/>
            <a:ext cx="7886700" cy="497161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个人经历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项目经验 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技术影响力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/>
              <a:t>专业领域优势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个人经历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条目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52650" y="1385889"/>
            <a:ext cx="7886700" cy="4351338"/>
          </a:xfrm>
        </p:spPr>
        <p:txBody>
          <a:bodyPr/>
          <a:lstStyle/>
          <a:p>
            <a:r>
              <a:rPr kumimoji="1" lang="zh-CN" altLang="en-US"/>
              <a:t>项目</a:t>
            </a:r>
            <a:r>
              <a:rPr kumimoji="1" lang="en-US" altLang="zh-CN"/>
              <a:t>1</a:t>
            </a:r>
            <a:endParaRPr kumimoji="1" lang="en-US" altLang="zh-CN"/>
          </a:p>
          <a:p>
            <a:r>
              <a:rPr kumimoji="1" lang="zh-CN" altLang="en-US"/>
              <a:t>项目</a:t>
            </a:r>
            <a:r>
              <a:rPr kumimoji="1" lang="en-US" altLang="zh-CN"/>
              <a:t>2</a:t>
            </a:r>
            <a:endParaRPr kumimoji="1" lang="en-US" altLang="zh-CN" dirty="0"/>
          </a:p>
          <a:p>
            <a:r>
              <a:rPr kumimoji="1" lang="zh-CN" altLang="en-US" dirty="0"/>
              <a:t>项目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r>
              <a:rPr kumimoji="1" lang="zh-CN" altLang="en-US" dirty="0"/>
              <a:t>项目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二级项目</a:t>
            </a:r>
            <a:r>
              <a:rPr kumimoji="1" lang="en-US" altLang="zh-CN" dirty="0"/>
              <a:t>1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二级项目</a:t>
            </a:r>
            <a:r>
              <a:rPr kumimoji="1" lang="en-US" altLang="zh-CN" dirty="0"/>
              <a:t>2</a:t>
            </a:r>
            <a:endParaRPr kumimoji="1"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分析</a:t>
            </a:r>
            <a:endParaRPr kumimoji="1" lang="zh-CN" altLang="en-US"/>
          </a:p>
        </p:txBody>
      </p:sp>
      <p:sp>
        <p:nvSpPr>
          <p:cNvPr id="4" name="同侧圆角矩形 3"/>
          <p:cNvSpPr/>
          <p:nvPr/>
        </p:nvSpPr>
        <p:spPr>
          <a:xfrm>
            <a:off x="2152650" y="2088379"/>
            <a:ext cx="7981094" cy="493954"/>
          </a:xfrm>
          <a:prstGeom prst="round2SameRect">
            <a:avLst>
              <a:gd name="adj1" fmla="val 30340"/>
              <a:gd name="adj2" fmla="val 0"/>
            </a:avLst>
          </a:prstGeom>
          <a:gradFill flip="none" rotWithShape="1">
            <a:gsLst>
              <a:gs pos="40000">
                <a:schemeClr val="accent2"/>
              </a:gs>
              <a:gs pos="13000">
                <a:schemeClr val="accent2"/>
              </a:gs>
              <a:gs pos="0">
                <a:srgbClr val="F6ECE2"/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b="1" dirty="0"/>
          </a:p>
        </p:txBody>
      </p:sp>
      <p:sp>
        <p:nvSpPr>
          <p:cNvPr id="5" name="文本占位符 8"/>
          <p:cNvSpPr txBox="1"/>
          <p:nvPr/>
        </p:nvSpPr>
        <p:spPr>
          <a:xfrm>
            <a:off x="2193396" y="2158240"/>
            <a:ext cx="4071937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9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/>
              <a:t>XXX</a:t>
            </a:r>
            <a:r>
              <a:rPr kumimoji="1" lang="zh-CN" altLang="en-US"/>
              <a:t>算法</a:t>
            </a:r>
            <a:endParaRPr kumimoji="1" lang="zh-CN" altLang="en-US"/>
          </a:p>
        </p:txBody>
      </p:sp>
      <p:sp>
        <p:nvSpPr>
          <p:cNvPr id="6" name="文本占位符 10"/>
          <p:cNvSpPr txBox="1"/>
          <p:nvPr/>
        </p:nvSpPr>
        <p:spPr>
          <a:xfrm>
            <a:off x="2152650" y="2582332"/>
            <a:ext cx="7981094" cy="2115791"/>
          </a:xfrm>
          <a:prstGeom prst="rect">
            <a:avLst/>
          </a:prstGeom>
          <a:solidFill>
            <a:srgbClr val="F6EC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>
            <a:noAutofit/>
          </a:bodyPr>
          <a:lstStyle>
            <a:lvl1pPr marL="273050" indent="-2730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/>
              <a:t>步骤</a:t>
            </a:r>
            <a:r>
              <a:rPr kumimoji="1" lang="en-US" altLang="zh-CN"/>
              <a:t>1</a:t>
            </a:r>
            <a:endParaRPr kumimoji="1" lang="en-US" altLang="zh-CN"/>
          </a:p>
          <a:p>
            <a:r>
              <a:rPr kumimoji="1" lang="zh-CN" altLang="en-US"/>
              <a:t>步骤</a:t>
            </a:r>
            <a:r>
              <a:rPr kumimoji="1" lang="en-US" altLang="zh-CN"/>
              <a:t>2</a:t>
            </a:r>
            <a:endParaRPr kumimoji="1" lang="en-US" altLang="zh-CN"/>
          </a:p>
          <a:p>
            <a:r>
              <a:rPr kumimoji="1" lang="zh-CN" altLang="en-US"/>
              <a:t>步骤</a:t>
            </a:r>
            <a:r>
              <a:rPr kumimoji="1" lang="en-US" altLang="zh-CN"/>
              <a:t>3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强调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52650" y="1205345"/>
            <a:ext cx="7886700" cy="4971618"/>
          </a:xfrm>
        </p:spPr>
        <p:txBody>
          <a:bodyPr/>
          <a:lstStyle/>
          <a:p>
            <a:r>
              <a:rPr kumimoji="1" lang="zh-CN" altLang="en-US"/>
              <a:t>这是内容</a:t>
            </a:r>
            <a:endParaRPr kumimoji="1"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152650" y="3408685"/>
            <a:ext cx="7890933" cy="564938"/>
            <a:chOff x="567099" y="5465024"/>
            <a:chExt cx="7890933" cy="564938"/>
          </a:xfrm>
        </p:grpSpPr>
        <p:sp>
          <p:nvSpPr>
            <p:cNvPr id="7" name="圆角矩形 6"/>
            <p:cNvSpPr/>
            <p:nvPr/>
          </p:nvSpPr>
          <p:spPr>
            <a:xfrm>
              <a:off x="567099" y="5465024"/>
              <a:ext cx="7890933" cy="564938"/>
            </a:xfrm>
            <a:prstGeom prst="roundRect">
              <a:avLst/>
            </a:prstGeom>
            <a:solidFill>
              <a:srgbClr val="F6ECE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381486" y="5562827"/>
              <a:ext cx="2468880" cy="36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这里蹦出来一个强调！</a:t>
              </a:r>
              <a:endParaRPr kumimoji="1"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项目经验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技术影响力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专业领域优势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9927" y="2687285"/>
            <a:ext cx="49834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5400" dirty="0"/>
              <a:t>欢迎批评指正！</a:t>
            </a:r>
            <a:endParaRPr lang="zh-CN" altLang="en-US"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表格</Application>
  <PresentationFormat>全屏显示(4:3)</PresentationFormat>
  <Paragraphs>48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Hiragino Sans GB W3</vt:lpstr>
      <vt:lpstr>微软雅黑</vt:lpstr>
      <vt:lpstr>汉仪旗黑</vt:lpstr>
      <vt:lpstr>Adobe Heiti Std R</vt:lpstr>
      <vt:lpstr>冬青黑体简体中文</vt:lpstr>
      <vt:lpstr>等线</vt:lpstr>
      <vt:lpstr>汉仪中等线KW</vt:lpstr>
      <vt:lpstr>宋体</vt:lpstr>
      <vt:lpstr>Arial Unicode MS</vt:lpstr>
      <vt:lpstr>微软雅黑</vt:lpstr>
      <vt:lpstr>汉仪书宋二KW</vt:lpstr>
      <vt:lpstr>Office 主题​​</vt:lpstr>
      <vt:lpstr>移动客户端通道面试陈述</vt:lpstr>
      <vt:lpstr>Table of Contents</vt:lpstr>
      <vt:lpstr>个人经历</vt:lpstr>
      <vt:lpstr>条目</vt:lpstr>
      <vt:lpstr>分析</vt:lpstr>
      <vt:lpstr>强调</vt:lpstr>
      <vt:lpstr>项目经验</vt:lpstr>
      <vt:lpstr>技术影响力</vt:lpstr>
      <vt:lpstr>专业领域优势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刘广义</cp:lastModifiedBy>
  <cp:revision>662</cp:revision>
  <cp:lastPrinted>2026-08-09T04:04:52Z</cp:lastPrinted>
  <dcterms:created xsi:type="dcterms:W3CDTF">2026-08-09T04:04:52Z</dcterms:created>
  <dcterms:modified xsi:type="dcterms:W3CDTF">2026-08-09T04:04:52Z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EAB9873F4DD98C7A36F9776A95F078B1_42</vt:lpwstr>
  </property>
  <property fmtid="{D5CDD505-2E9C-101B-9397-08002B2CF9AE}" pid="3" name="KSOProductBuildVer">
    <vt:lpwstr>2052-12.1.26026.26026</vt:lpwstr>
  </property>
</Properties>
</file>